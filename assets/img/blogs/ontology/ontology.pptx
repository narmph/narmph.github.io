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44"/>
    <p:restoredTop sz="93306"/>
  </p:normalViewPr>
  <p:slideViewPr>
    <p:cSldViewPr snapToGrid="0">
      <p:cViewPr varScale="1">
        <p:scale>
          <a:sx n="57" d="100"/>
          <a:sy n="57" d="100"/>
        </p:scale>
        <p:origin x="18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6A17-4D24-7828-624E-A4DE89EAD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4373F-B66D-0F61-DF0C-2742EF3AD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7D764-A7EF-5FB7-8837-46977DC2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5D7B-7FDA-FFFF-B893-E1335A07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0976A-6004-6B80-A252-AFDEF05C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7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5266-A566-D7CE-CC29-02193279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01CA-532F-1B6A-56D1-2F56889FB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A5CD-D88B-BAE7-16EF-FE4E4F5B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BB087-3028-4249-A432-D22D8B17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E2A4A-AA60-89E3-8358-95BAA935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0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A342-AAB6-A33F-4211-728BC7C6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BBD2C-E377-D6D2-4EF6-437E40CDA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86E5-8E63-F353-EAC0-6811EF28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DBE91-C291-7443-47C6-B49013A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8A4FA-2DD1-C7B5-9277-3761CFFB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7556-BDB7-2C78-AE84-43DB71B6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21F5-D054-20F5-B188-238030B9D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E4E95-10EF-98A9-CA4F-5D2E4CE14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B1C00-8432-27FB-F934-EA394D5B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B8691-C329-5CD4-49BC-048C17074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34BB8-E35B-8833-A49D-7D9A2252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3791-9C50-22C1-CEA4-C5F0DCFA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DE49B-03F1-0DD2-370C-0DE77B005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0F8A2-8C77-6A41-0AE4-243A2AE0B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FF4AA-513C-DD88-7AF8-C3A181446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638F5-13AE-AB32-025C-5164909A0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D940B-223D-74E5-6AA9-0E036131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F9904-2A4A-8893-3872-5DC77C78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526AA-BA99-B14F-075E-F9B0F7B4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9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6E5E-555D-6B7F-268E-7DD94469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00C6F-8D6A-FF8F-4C80-9276D37B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436EF-D065-80D1-F609-49051171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D6D83-D427-2948-16F5-E9A6A51C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9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27AE2-7308-93FE-106C-24E93E8B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BBA17-87B7-7FC2-FAC3-0E933937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072DC-CD66-9A55-0A7E-179D84D2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A1FC-EAC1-EE36-D94C-CC4FD2AF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A998-83FA-03D1-2B05-5AD19933A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E0F5A-9B8C-BFD2-3205-ADC3916E4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0D363-D265-7BB1-9169-A9A0BFED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D43CE-538F-882F-A8C6-6600F5F2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0D674-CDD2-2199-C705-B713B675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70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EF55-F226-D123-B303-40977470D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D5A9A-18EA-CB80-8901-36158AC38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6E38A-DAE9-B4F2-F9EA-0035CDE8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0AA65-AC1C-290E-E268-72B1BE65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5C374-01B3-53BF-4EE9-821F933B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68923-F8C4-F17C-8567-63384338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1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02BD-7B5B-E4CF-7A59-0C624025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7381A-2D2A-8E80-43C4-5EC101126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11DEE-7B91-5CDF-4D65-E7205C8B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03ABE-46D8-FB87-F62D-D3E72560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6783-01C0-6143-BB3C-70F3ACED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3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96271-4B2C-7FA4-E8B5-06215E479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D066-6900-98A9-E1C0-907E9671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6BC9-F97E-39E6-F619-A655C41F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3074-4DAF-88D2-8C05-9E74CC64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71201-B914-9664-15EF-ED287AD5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3844F-1D4D-29B8-A631-7B306FD3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FDE3A-5162-52B2-A073-B112ABFA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9591-FE21-8DA1-4BF6-7054F0FA8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B124C-0CF4-9A42-A54A-C81B3A26ABA1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AF72B-B3B0-5EFA-43F1-96F153831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D432D-CE3F-E899-2329-B7FD1DAB7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52D24-19E2-B34F-8B49-F10E5431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4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6702A-393B-E927-5398-91CA72E6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400" r="2" b="24266"/>
          <a:stretch>
            <a:fillRect/>
          </a:stretch>
        </p:blipFill>
        <p:spPr>
          <a:xfrm>
            <a:off x="20" y="10"/>
            <a:ext cx="7215381" cy="2969294"/>
          </a:xfrm>
          <a:custGeom>
            <a:avLst/>
            <a:gdLst/>
            <a:ahLst/>
            <a:cxnLst/>
            <a:rect l="l" t="t" r="r" b="b"/>
            <a:pathLst>
              <a:path w="7215401" h="2969304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549797-C519-781C-B95C-E1E1C0CEC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43" r="-2" b="48892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10E4E3-4E53-AD3B-3BE8-3813C625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234" r="1" b="52235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75882A-9605-5F13-B69C-D117BB9DCB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177" r="1" b="51178"/>
          <a:stretch>
            <a:fillRect/>
          </a:stretch>
        </p:blipFill>
        <p:spPr>
          <a:xfrm>
            <a:off x="1" y="3106464"/>
            <a:ext cx="6209553" cy="3751536"/>
          </a:xfrm>
          <a:custGeom>
            <a:avLst/>
            <a:gdLst/>
            <a:ahLst/>
            <a:cxnLst/>
            <a:rect l="l" t="t" r="r" b="b"/>
            <a:pathLst>
              <a:path w="6209553" h="3751536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16999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Porter-Honicky, Nana</dc:creator>
  <cp:lastModifiedBy>Porter-Honicky, Nana</cp:lastModifiedBy>
  <cp:revision>1</cp:revision>
  <dcterms:created xsi:type="dcterms:W3CDTF">2026-04-02T00:50:38Z</dcterms:created>
  <dcterms:modified xsi:type="dcterms:W3CDTF">2026-04-02T15:09:14Z</dcterms:modified>
</cp:coreProperties>
</file>